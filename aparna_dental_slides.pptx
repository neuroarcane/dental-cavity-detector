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D2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Contribution — Model Lead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99516" y="201168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99516" y="2331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28116" y="3383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(CNN baseline + YOLO11)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48556" y="201168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48556" y="2331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677156" y="3383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— final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 baseline run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7596" y="201168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97596" y="23317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426196" y="3383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mAP50 achieved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held-out test split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training environment, built and trained both baseline models end to end, and published them for the team to use without retraining.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D2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Models, Two Roles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62356" y="17373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82396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Baseline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82396" y="2450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floor — from scratch, no pretrained weights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2396" y="2971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2396" y="32644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Establishes whether the 4 classes are separable at all, without a strong backbone inflating the bar.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2396" y="38130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2396" y="41056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conv blocks, trained from scratch, single-label output over 4 pathology classes.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2396" y="465429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imbalance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2396" y="49469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Class-weighted loss — Filling outnumbers Cavity/Crown ~5:1 in the raw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14516" y="17373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34556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 Detector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34556" y="2450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deliverable — transfer learning from COCO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34556" y="2971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YOLO11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34556" y="32644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accuracy/speed trade-off, mature tooling, strong transfer learning on limited medical data.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34556" y="38130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34556" y="41056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epochs, 640px, COCO-pretrained → fine-tuned on merged dental X-ray dataset.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4556" y="465429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34556" y="49469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mAP50 = 0.746 overall. Impacted Tooth &amp; Crown &gt; 0.87; Cavity recall flagged as the priority gap (0.39).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D2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Impact — Across 3 Sprints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94360" y="17830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C6E68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91640" y="17373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— a working foundation from zero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91640" y="213055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training environment and repo scaffolding (src/config, src/models), resolved recurring Colab ↔ GitHub integration issues (gitignore path bugs, auth, merge conflicts) so the rest of the team had a stable base to branch from.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C6E6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3154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— training resilience under real constraints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354787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both baselines under real infrastructure limits — Colab GPU quota exhaustion, a lost run at epoch 17. Migrated to Kaggle and added Hugging Face checkpointing so later runs survived disconnects instead of restarting from zero.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6177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C6E6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617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4572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— trained, evaluated, and handed off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49651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both baselines with logged metrics and documented model cards on Hugging Face — CNN floor and YOLO11 (mAP50 0.746). Flagged Cavity recall (0.39) as the top tuning priority, unblocking Temirlan and Iva with zero retraining needed.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D2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Things I Missed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naming honestly — these cost real time and are avoidable next round.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Checkpointing added after losing a run, not before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2199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checkpointing only went in after a runtime disconnect wiped a training run at epoch 17. Should have been part of the training script from the first real run, not a reaction to losing 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2918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Didn't verify the CNN's class assumptions against the data pipeline first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68503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CNN baseline assuming a 5th “No Finding” class before checking that the merge script drops every image with zero target-class boxes — that class can never appear. Caught only when training crashed, costing a rework cycle.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754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C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patient data in the source dataset — caught by teammates, not by 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1480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Filenames in the panoramic source embed real patient names. This should have been part of the model lead's data-intake review before training began; it surfaced only because two teammates spotted it independently.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2026-07-22T20:04:27Z</dcterms:created>
  <dcterms:modified xsi:type="dcterms:W3CDTF">2026-07-22T20:04:27Z</dcterms:modified>
</cp:coreProperties>
</file>